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1F4E79"/>
                </a:solidFill>
              </a:rPr>
              <a:t>PartnerCart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Full-Stack Multi-Vendor Marketplace
Final Year Project Presentation
(React · Vite · Node.js · Express · MongoDB · Razorpay)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000" u="sng">
                <a:solidFill>
                  <a:srgbClr val="1F4E79"/>
                </a:solidFill>
              </a:rPr>
              <a:t>INDEX (1 /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868680"/>
          <a:ext cx="83210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6080760"/>
                <a:gridCol w="1371600"/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F4E79"/>
                          </a:solidFill>
                        </a:rPr>
                        <a:t>Sr. No.</a:t>
                      </a:r>
                    </a:p>
                  </a:txBody>
                  <a:tcPr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F4E79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F4E79"/>
                          </a:solidFill>
                        </a:rPr>
                        <a:t>Slide No.</a:t>
                      </a:r>
                    </a:p>
                  </a:txBody>
                  <a:tcPr>
                    <a:solidFill>
                      <a:srgbClr val="DAEEF3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Project 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Purpose of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Scope of the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Proposed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System 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Feasibility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Technical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Economical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Operational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System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Need for New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SRS (Software Requirement Specification)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System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Requirement Analysis &amp; Data Gathering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Tools &amp; Environment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Hardware &amp; Software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Software Requirement (React, Vite, Node, Express, MongoDB, 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Hardware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Development Tools (VS Code, Browser, Git, Postman)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System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Data Flow Diagram (DFD)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Level 0 DFD (Context Diagram)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Level 1 DFD (Customer &amp; Vendor Processes)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17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Level 2 DFD — Admin / Orders &amp;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000" u="sng">
                <a:solidFill>
                  <a:srgbClr val="1F4E79"/>
                </a:solidFill>
              </a:rPr>
              <a:t>INDEX (2 /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868680"/>
          <a:ext cx="83210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6080760"/>
                <a:gridCol w="1371600"/>
              </a:tblGrid>
              <a:tr h="22263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F4E79"/>
                          </a:solidFill>
                        </a:rPr>
                        <a:t>Sr. No.</a:t>
                      </a:r>
                    </a:p>
                  </a:txBody>
                  <a:tcPr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F4E79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F4E79"/>
                          </a:solidFill>
                        </a:rPr>
                        <a:t>Slide No.</a:t>
                      </a:r>
                    </a:p>
                  </a:txBody>
                  <a:tcPr>
                    <a:solidFill>
                      <a:srgbClr val="DAEEF3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Database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19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Tables Description (User, Vendor, Category, Product, Order, 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19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ER Diagram (recommended supporting figure)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System Flow (Process Explanation — Browse to Delivery)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21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Modules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22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Authentication &amp; Role Management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22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Admin Login &amp; Governance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23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Category &amp; Catalog Management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Order &amp; Payment Module (COD / Razorpay)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Project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Code Logic 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27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Output Screens (Results)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Login / Sign-up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Dashboard (Customer / Vendor / Admin)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29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Marketplace / Category / Product Listing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Checkout / Order / Payment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Advantages of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33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Future Enhancements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34</a:t>
                      </a:r>
                    </a:p>
                  </a:txBody>
                  <a:tcPr/>
                </a:tc>
              </a:tr>
              <a:tr h="222636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22264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b="1">
                          <a:solidFill>
                            <a:srgbClr val="1F4E79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01. Introduction — 1.1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PartnerCart is an online multi-vendor marketplace connecting customers, sellers (vendors), and a platform admin.</a:t>
            </a:r>
          </a:p>
          <a:p>
            <a:pPr>
              <a:spcAft>
                <a:spcPts val="800"/>
              </a:spcAft>
              <a:defRPr sz="1700"/>
            </a:pPr>
            <a:r>
              <a:t>Customers browse products from many vendors in one cart, pay online (Razorpay) or choose COD, and track orders.</a:t>
            </a:r>
          </a:p>
          <a:p>
            <a:pPr>
              <a:spcAft>
                <a:spcPts val="800"/>
              </a:spcAft>
              <a:defRPr sz="1700"/>
            </a:pPr>
            <a:r>
              <a:t>Vendors manage store profile, catalogue, inventory, orders, coupons, and messaging.</a:t>
            </a:r>
          </a:p>
          <a:p>
            <a:pPr>
              <a:spcAft>
                <a:spcPts val="800"/>
              </a:spcAft>
              <a:defRPr sz="1700"/>
            </a:pPr>
            <a:r>
              <a:t>Admins onboard vendors, manage categories/users/products at scale, view analytics and audit trails.</a:t>
            </a:r>
          </a:p>
          <a:p>
            <a:pPr>
              <a:spcAft>
                <a:spcPts val="800"/>
              </a:spcAft>
              <a:defRPr sz="1700"/>
            </a:pPr>
            <a:r>
              <a:t>Technology: SPA built with React + Vite; REST API with Node.js &amp; Express; data in MongoDB; realtime via Socket.IO.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01. Introduction — 1.2 Purpose of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Digitize buying and selling for small businesses under one trusted platform.</a:t>
            </a:r>
          </a:p>
          <a:p>
            <a:pPr>
              <a:spcAft>
                <a:spcPts val="800"/>
              </a:spcAft>
              <a:defRPr sz="1700"/>
            </a:pPr>
            <a:r>
              <a:t>Reduce fragmented communication (calls/WhatsApp) with structured orders, statuses, and notifications.</a:t>
            </a:r>
          </a:p>
          <a:p>
            <a:pPr>
              <a:spcAft>
                <a:spcPts val="800"/>
              </a:spcAft>
              <a:defRPr sz="1700"/>
            </a:pPr>
            <a:r>
              <a:t>Provide secure login, role-based dashboards, and auditable administrative actions.</a:t>
            </a:r>
          </a:p>
          <a:p>
            <a:pPr>
              <a:spcAft>
                <a:spcPts val="800"/>
              </a:spcAft>
              <a:defRPr sz="1700"/>
            </a:pPr>
            <a:r>
              <a:t>Demonstrate integration of modern payments (Razorpay) with a realistic e-commerce lifecycle.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01. Introduction — 1.3 Scope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In scope: Registration/login (customer, vendor applicant, dedicated admin portal), catalogue &amp; search, cart &amp; wishlist, checkout, COD/Razorpay, order lifecycle, reviews, coupons, messaging, basic analytics.</a:t>
            </a:r>
          </a:p>
          <a:p>
            <a:pPr>
              <a:spcAft>
                <a:spcPts val="800"/>
              </a:spcAft>
              <a:defRPr sz="1700"/>
            </a:pPr>
            <a:r>
              <a:t>Actors: Customer, Vendor, Administrator; external services: payment gateway, optional email (SMTP), optional media (Cloudinary).</a:t>
            </a:r>
          </a:p>
          <a:p>
            <a:pPr>
              <a:spcAft>
                <a:spcPts val="800"/>
              </a:spcAft>
              <a:defRPr sz="1700"/>
            </a:pPr>
            <a:r>
              <a:t>Out of scope (typical FY project boundary): Own payment gateway, native mobile apps, full logistics/carrier integrations, GST invoicing automation.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02. Proposed System — 2.1 System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Single marketplace UX with multi-vendor cart split into vendor-wise order groups at checkout.</a:t>
            </a:r>
          </a:p>
          <a:p>
            <a:pPr>
              <a:spcAft>
                <a:spcPts val="800"/>
              </a:spcAft>
              <a:defRPr sz="1700"/>
            </a:pPr>
            <a:r>
              <a:t>Reliable authentication: JWT access/refresh patterns, optional Google OAuth, OTP-based password flows.</a:t>
            </a:r>
          </a:p>
          <a:p>
            <a:pPr>
              <a:spcAft>
                <a:spcPts val="800"/>
              </a:spcAft>
              <a:defRPr sz="1700"/>
            </a:pPr>
            <a:r>
              <a:t>Operational clarity: dashboards for each role; admin moderation and vendor application workflow.</a:t>
            </a:r>
          </a:p>
          <a:p>
            <a:pPr>
              <a:spcAft>
                <a:spcPts val="800"/>
              </a:spcAft>
              <a:defRPr sz="1700"/>
            </a:pPr>
            <a:r>
              <a:t>Extensible persistence in MongoDB (products, variants, orders, payments, chats, audits).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02. Proposed System — 2.2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24×7 storefronts without physical co-location of inventory.</a:t>
            </a:r>
          </a:p>
          <a:p>
            <a:pPr>
              <a:spcAft>
                <a:spcPts val="800"/>
              </a:spcAft>
              <a:defRPr sz="1700"/>
            </a:pPr>
            <a:r>
              <a:t>Centralized taxonomy and governance with vendor self-service catalogue tools.</a:t>
            </a:r>
          </a:p>
          <a:p>
            <a:pPr>
              <a:spcAft>
                <a:spcPts val="800"/>
              </a:spcAft>
              <a:defRPr sz="1700"/>
            </a:pPr>
            <a:r>
              <a:t>Multiple payment options improve conversion; COD supports cash-preferred users.</a:t>
            </a:r>
          </a:p>
          <a:p>
            <a:pPr>
              <a:spcAft>
                <a:spcPts val="800"/>
              </a:spcAft>
              <a:defRPr sz="1700"/>
            </a:pPr>
            <a:r>
              <a:t>Reusable SPA + API separation eases scaling and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02. Proposed System — 2.3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2.3.1 Technical: MERN-style stack widely documented; clear separation of frontend/backend; Razorpay &amp; OAuth are standard integrations.</a:t>
            </a:r>
          </a:p>
          <a:p>
            <a:pPr>
              <a:spcAft>
                <a:spcPts val="800"/>
              </a:spcAft>
              <a:defRPr sz="1700"/>
            </a:pPr>
            <a:r>
              <a:t>2.3.2 Economical: Uses open-source runtimes; variable cost limited to hosting, DB tier, SMS/email sends, payment fees.</a:t>
            </a:r>
          </a:p>
          <a:p>
            <a:pPr>
              <a:spcAft>
                <a:spcPts val="800"/>
              </a:spcAft>
              <a:defRPr sz="1700"/>
            </a:pPr>
            <a:r>
              <a:t>2.3.3 Operational: Web browsers + moderate PC/laptop suffice; admin/vendor training via guided UIs.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03. System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3.1 Existing system: Informal ordering (phone/DM), isolated vendor sites, spreadsheets for stock — prone to errors, no unified trust.</a:t>
            </a:r>
          </a:p>
          <a:p>
            <a:pPr>
              <a:spcAft>
                <a:spcPts val="800"/>
              </a:spcAft>
              <a:defRPr sz="1700"/>
            </a:pPr>
            <a:r>
              <a:t>3.2 Need: One platform with identity, catalogue, carts, structured payments, order history, messaging, moderation.</a:t>
            </a:r>
          </a:p>
          <a:p>
            <a:pPr>
              <a:spcAft>
                <a:spcPts val="800"/>
              </a:spcAft>
              <a:defRPr sz="1700"/>
            </a:pPr>
            <a:r>
              <a:t>3.3 SRS (high level): Functional needs — auth CRUD per role; product CRUD; cart; checkout; payments; notifications; messaging; admin APIs.</a:t>
            </a:r>
          </a:p>
          <a:p>
            <a:pPr>
              <a:spcAft>
                <a:spcPts val="800"/>
              </a:spcAft>
              <a:defRPr sz="1700"/>
            </a:pPr>
            <a:r>
              <a:t>Non-functional: Security (HTTPS, hashing, sanitization), performance (indexed queries), availability aligned with hosting SLA.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03.3 SRS — Key Requirements (abbreviated)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FR: User registration/login; vendor application &amp; admin approval; category CRUD (admin); product CRUD/bulk upload (vendor).</a:t>
            </a:r>
          </a:p>
          <a:p>
            <a:pPr>
              <a:spcAft>
                <a:spcPts val="800"/>
              </a:spcAft>
              <a:defRPr sz="1700"/>
            </a:pPr>
            <a:r>
              <a:t>FR: Cart &amp; wishlist; place order COD or Razorpay; verify payment signatures; vendor order status updates.</a:t>
            </a:r>
          </a:p>
          <a:p>
            <a:pPr>
              <a:spcAft>
                <a:spcPts val="800"/>
              </a:spcAft>
              <a:defRPr sz="1700"/>
            </a:pPr>
            <a:r>
              <a:t>FR: Reviews; coupons apply; messaging threads; notifications; analytics endpoints per role.</a:t>
            </a:r>
          </a:p>
          <a:p>
            <a:pPr>
              <a:spcAft>
                <a:spcPts val="800"/>
              </a:spcAft>
              <a:defRPr sz="1700"/>
            </a:pPr>
            <a:r>
              <a:t>NFR: Role-based routing; rate limits on sensitive routes; input validation with shared schema discipline (e.g., Zod).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04. System Planning — 4.1 Requirement Analysis &amp; Data Gathering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Studied stakeholder needs: browse → cart → checkout → pay → fulfil → notify.</a:t>
            </a:r>
          </a:p>
          <a:p>
            <a:pPr>
              <a:spcAft>
                <a:spcPts val="800"/>
              </a:spcAft>
              <a:defRPr sz="1700"/>
            </a:pPr>
            <a:r>
              <a:t>Derived entities: Users, Vendors, Categories, Products (variants), Cart lines, Orders (orderGroups per vendor), Payments, Coupons, Conversations.</a:t>
            </a:r>
          </a:p>
          <a:p>
            <a:pPr>
              <a:spcAft>
                <a:spcPts val="800"/>
              </a:spcAft>
              <a:defRPr sz="1700"/>
            </a:pPr>
            <a:r>
              <a:t>API surface grouped under `/api/v1`: auth, users, vendors, categories, products, cart, orders, wishlist, reviews, coupons, messages, notifications, admin, analytics.</a:t>
            </a:r>
          </a:p>
          <a:p>
            <a:pPr>
              <a:spcAft>
                <a:spcPts val="800"/>
              </a:spcAft>
              <a:defRPr sz="1700"/>
            </a:pPr>
            <a:r>
              <a:t>Environment configuration for client origin, secrets, Razorpay keys, SMTP, Cloudinary documented for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05. Tools &amp; Environment — 5.1 Hardware &amp;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5.1.1 Software: Client — React 18, Vite, Tailwind, Redux Toolkit, React Query, React Router, Axios, Socket.IO client.</a:t>
            </a:r>
          </a:p>
          <a:p>
            <a:pPr>
              <a:spcAft>
                <a:spcPts val="800"/>
              </a:spcAft>
              <a:defRPr sz="1700"/>
            </a:pPr>
            <a:r>
              <a:t>Server — Node.js 18+, Express, Mongoose, Passport (Google OAuth), Razorpay SDK, JWT, Multer, Nodemailer, Helmet/CORS/compression.</a:t>
            </a:r>
          </a:p>
          <a:p>
            <a:pPr>
              <a:spcAft>
                <a:spcPts val="800"/>
              </a:spcAft>
              <a:defRPr sz="1700"/>
            </a:pPr>
            <a:r>
              <a:t>Database: MongoDB (Atlas or local). Optional: Cloudinary for images.</a:t>
            </a:r>
          </a:p>
          <a:p>
            <a:pPr>
              <a:spcAft>
                <a:spcPts val="800"/>
              </a:spcAft>
              <a:defRPr sz="1700"/>
            </a:pPr>
            <a:r>
              <a:t>5.1.2 Hardware: Developer PC (8 GB+ RAM recommended), stable internet; standard x64 OS; modern browser for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05.2 Development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VS Code (or similar IDE), Git version control, browser DevTools, Postman/Thunder Client for API testing.</a:t>
            </a:r>
          </a:p>
          <a:p>
            <a:pPr>
              <a:spcAft>
                <a:spcPts val="800"/>
              </a:spcAft>
              <a:defRPr sz="1700"/>
            </a:pPr>
            <a:r>
              <a:t>Node package managers (npm); ESLint on server; Vite dev server + API proxy pattern for local integration.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06. System Design — 6.1 Data Flow Diagram (concept)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Context: Customers, Vendors, Admin, Razorpay, SMTP/optional storage interact with PartnerCart platform.</a:t>
            </a:r>
          </a:p>
          <a:p>
            <a:pPr>
              <a:spcAft>
                <a:spcPts val="800"/>
              </a:spcAft>
              <a:defRPr sz="1700"/>
            </a:pPr>
            <a:r>
              <a:t>Level 1: Authentication, catalogue, cart, checkout/payment, fulfilment/notifications, admin governance.</a:t>
            </a:r>
          </a:p>
          <a:p>
            <a:pPr>
              <a:spcAft>
                <a:spcPts val="800"/>
              </a:spcAft>
              <a:defRPr sz="1700"/>
            </a:pPr>
            <a:r>
              <a:t>Level 2: Order placement branches COD vs Razorpay; webhook/signature verification; status updates fan-out per vendor group.</a:t>
            </a:r>
          </a:p>
          <a:p>
            <a:pPr>
              <a:spcAft>
                <a:spcPts val="800"/>
              </a:spcAft>
              <a:defRPr sz="1700"/>
            </a:pPr>
            <a:r>
              <a:t>Formal diagrams drawn in draw.io / Lucidchart / Visio — see following placeholder slides.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C00000"/>
                </a:solidFill>
              </a:rPr>
              <a:t>[Insert Figure] 6.1.1 — Level 0 DFD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7863840" cy="448056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/>
              <a:t>IMAGE PLACEHOLDER
Paste CONTEXT diagram:
Outer entities: Customer, Vendor, Admin, Razorpay, Email/SMTP, Cloudinary.
Central process: PartnerCart Platform.
Label major data flows (catalog browse, orders, payments, notifications).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C00000"/>
                </a:solidFill>
              </a:rPr>
              <a:t>[Insert Figure] 6.1.2 — Level 1 DFD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7863840" cy="448056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/>
              <a:t>IMAGE PLACEHOLDER
Show decomposition: Login/Register; Browse &amp; Search; Cart; Checkout &amp; Payment Adapter; Vendor Store Management; Admin Moderation;
Plus data stores Users, Catalogue, Orders, Notifications.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C00000"/>
                </a:solidFill>
              </a:rPr>
              <a:t>[Insert Figure] 6.1.3 — Level 2 DFD (Admin / Orders &amp; Payments)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7863840" cy="448056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/>
              <a:t>IMAGE PLACEHOLDER
Zoom into admin actions (approve vendor, manage categories) OR order/payment pipeline
(validate cart → create order → Razorpay order → verify signature → mark paid → notify).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06.2 Database Design — 6.2.1 Tables (Collections)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User — credentials, roles, profile, preferences, OAuth ids, security metadata.</a:t>
            </a:r>
          </a:p>
          <a:p>
            <a:pPr>
              <a:spcAft>
                <a:spcPts val="800"/>
              </a:spcAft>
              <a:defRPr sz="1700"/>
            </a:pPr>
            <a:r>
              <a:t>Vendor &amp; VendorApplication — store details, application status, linkage to admin decisions.</a:t>
            </a:r>
          </a:p>
          <a:p>
            <a:pPr>
              <a:spcAft>
                <a:spcPts val="800"/>
              </a:spcAft>
              <a:defRPr sz="1700"/>
            </a:pPr>
            <a:r>
              <a:t>Category — hierarchy/slug for navigation; Product — vendor ref, variants, stock, images, text index for search.</a:t>
            </a:r>
          </a:p>
          <a:p>
            <a:pPr>
              <a:spcAft>
                <a:spcPts val="800"/>
              </a:spcAft>
              <a:defRPr sz="1700"/>
            </a:pPr>
            <a:r>
              <a:t>Cart / Wishlist — line items referencing products/variants; Order — orderNumber, embedded shippingAddress, orderGroups[].</a:t>
            </a:r>
          </a:p>
          <a:p>
            <a:pPr>
              <a:spcAft>
                <a:spcPts val="800"/>
              </a:spcAft>
              <a:defRPr sz="1700"/>
            </a:pPr>
            <a:r>
              <a:t>Also: Coupon, Review, Conversation/Message, Notification, Otp, AuditLog, AnalyticsSnapshot as supporting collections.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C00000"/>
                </a:solidFill>
              </a:rPr>
              <a:t>[Insert Figure] ER Diagram (optional but recommended)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7863840" cy="448056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/>
              <a:t>IMAGE PLACEHOLDER
Draw rectangles for each collection above and relationships (Vendor 1→N Product, Customer 1→N Order, Order N→embedded orderGroups keyed to Vendor).
Highlight payment sub-document on Order.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06.3 System Flow — Process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1) Visitor browses marketplace / PDP → adds items to authenticated cart.</a:t>
            </a:r>
          </a:p>
          <a:p>
            <a:pPr>
              <a:spcAft>
                <a:spcPts val="800"/>
              </a:spcAft>
              <a:defRPr sz="1700"/>
            </a:pPr>
            <a:r>
              <a:t>2) Checkout validates address → applies coupon optionally → computes totals per vendor group.</a:t>
            </a:r>
          </a:p>
          <a:p>
            <a:pPr>
              <a:spcAft>
                <a:spcPts val="800"/>
              </a:spcAft>
              <a:defRPr sz="1700"/>
            </a:pPr>
            <a:r>
              <a:t>3a) COD: order confirmed unpaid path; 3b) Online: Razorpay order created → client completes payment → server verifies signature → paid.</a:t>
            </a:r>
          </a:p>
          <a:p>
            <a:pPr>
              <a:spcAft>
                <a:spcPts val="800"/>
              </a:spcAft>
              <a:defRPr sz="1700"/>
            </a:pPr>
            <a:r>
              <a:t>4) Vendors progress order statuses; customers see timeline; chats/notifications augment awareness.</a:t>
            </a:r>
          </a:p>
          <a:p>
            <a:pPr>
              <a:spcAft>
                <a:spcPts val="800"/>
              </a:spcAft>
              <a:defRPr sz="1700"/>
            </a:pPr>
            <a:r>
              <a:t>5) Admin oversees exceptions via dashboards and audit-friendly actions.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07. Modules — 7.1 Authentication &amp; Role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Customer &amp; vendor signup/login; JWT access + refresh; Google OAuth bridge; OTP forgot/reset and change-password via email.</a:t>
            </a:r>
          </a:p>
          <a:p>
            <a:pPr>
              <a:spcAft>
                <a:spcPts val="800"/>
              </a:spcAft>
              <a:defRPr sz="1700"/>
            </a:pPr>
            <a:r>
              <a:t>Frontend route guards: `/app` customer shell, `/vendor` vendor-only, `/admin` admin-only + separate admin login 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07. Modules — 7.2 Admin Login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Admin authentication surface; dashboards for approvals (vendors/applications); user/product/category oversight.</a:t>
            </a:r>
          </a:p>
          <a:p>
            <a:pPr>
              <a:spcAft>
                <a:spcPts val="800"/>
              </a:spcAft>
              <a:defRPr sz="1700"/>
            </a:pPr>
            <a:r>
              <a:t>Audit logs and analytics APIs for accountable operations.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07. Modules — 7.3 Category &amp; Catalog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Admin-maintained taxonomy; vendors create/update listings, variants, stock, imagery metadata; marketplace search/filter.</a:t>
            </a:r>
          </a:p>
          <a:p>
            <a:pPr>
              <a:spcAft>
                <a:spcPts val="800"/>
              </a:spcAft>
              <a:defRPr sz="1700"/>
            </a:pPr>
            <a:r>
              <a:t>Wishlist persistence; bulk product tooling where implemented for sellers.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07. Modules — 7.4 Order &amp; Payment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Multi-vendor decomposition at order creation (per-vendor totals and statuses); customer order history.</a:t>
            </a:r>
          </a:p>
          <a:p>
            <a:pPr>
              <a:spcAft>
                <a:spcPts val="800"/>
              </a:spcAft>
              <a:defRPr sz="1700"/>
            </a:pPr>
            <a:r>
              <a:t>Razorpay prepare/verify/abandon lifecycle; COD path; cancellations where supported by business rules.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08. Implementation — 8.1 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Repository split: client (Vite React SPA) + server (Express mono-service API). Shared validation mindset (e.g., Zod on server routes).</a:t>
            </a:r>
          </a:p>
          <a:p>
            <a:pPr>
              <a:spcAft>
                <a:spcPts val="800"/>
              </a:spcAft>
              <a:defRPr sz="1700"/>
            </a:pPr>
            <a:r>
              <a:t>Local development: concurrent dev servers; `.env` for secrets; seed script for realistic demo catalogue.</a:t>
            </a:r>
          </a:p>
          <a:p>
            <a:pPr>
              <a:spcAft>
                <a:spcPts val="800"/>
              </a:spcAft>
              <a:defRPr sz="1700"/>
            </a:pPr>
            <a:r>
              <a:t>Production mental model: static client build served via CDN/nginx; API behind HTTPS with CORS allow-list.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08.2 Code Logic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`createApp()` wires security middleware → `/api/v1` routers → centralized error handlers.</a:t>
            </a:r>
          </a:p>
          <a:p>
            <a:pPr>
              <a:spcAft>
                <a:spcPts val="800"/>
              </a:spcAft>
              <a:defRPr sz="1700"/>
            </a:pPr>
            <a:r>
              <a:t>Controllers validate input → services encapsulate Mongoose mutations (orders, inventory, payouts fields as designed).</a:t>
            </a:r>
          </a:p>
          <a:p>
            <a:pPr>
              <a:spcAft>
                <a:spcPts val="800"/>
              </a:spcAft>
              <a:defRPr sz="1700"/>
            </a:pPr>
            <a:r>
              <a:t>Client uses Redux Toolkit + React Query for server state/cache; Axios interceptors attach tokens.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C00000"/>
                </a:solidFill>
              </a:rPr>
              <a:t>[Insert Figure] 9.1 — Login / Sign-up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7863840" cy="448056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/>
              <a:t>IMAGE PLACEHOLDER
Screenshot: Unified login/signup (+ optional Forgot password OTP). Optional second shot: Dedicated Admin login page.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C00000"/>
                </a:solidFill>
              </a:rPr>
              <a:t>[Insert Figure] 9.2 —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7863840" cy="448056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/>
              <a:t>IMAGE PLACEHOLDER
One slide each or collage: Customer home; Vendor KPI dashboard; Admin stats — pick clearest KPI cards/charts.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C00000"/>
                </a:solidFill>
              </a:rPr>
              <a:t>[Insert Figure] 9.3 — Marketplace / Category / Products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7863840" cy="448056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/>
              <a:t>IMAGE PLACEHOLDER
Screenshot: Marketplace listing with filters; category navigation; detailed product page with variants/add-to-cart.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C00000"/>
                </a:solidFill>
              </a:rPr>
              <a:t>[Insert Figure] 9.4 — Checkout / Orders / Payment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7863840" cy="448056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/>
              <a:t>IMAGE PLACEHOLDER
Screenshot: Checkout address + payment method; Razorpay modal or success; customer order list/vendor order queue.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10. Advantages of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Unified marketplace improves discovery; vendors retain separate fulfilment pipelines.</a:t>
            </a:r>
          </a:p>
          <a:p>
            <a:pPr>
              <a:spcAft>
                <a:spcPts val="800"/>
              </a:spcAft>
              <a:defRPr sz="1700"/>
            </a:pPr>
            <a:r>
              <a:t>Dual payments improve reach; realtime + email-style notifications deepen engagement.</a:t>
            </a:r>
          </a:p>
          <a:p>
            <a:pPr>
              <a:spcAft>
                <a:spcPts val="800"/>
              </a:spcAft>
              <a:defRPr sz="1700"/>
            </a:pPr>
            <a:r>
              <a:t>Role separation and audit hooks support safer operations for academic/demo production readiness.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11.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No native mobile apps in baseline web project; courier tracking integration not end-to-end.</a:t>
            </a:r>
          </a:p>
          <a:p>
            <a:pPr>
              <a:spcAft>
                <a:spcPts val="800"/>
              </a:spcAft>
              <a:defRPr sz="1700"/>
            </a:pPr>
            <a:r>
              <a:t>Operational concerns (scaling, redundancy) depend on chosen hosting—not fully modeled here.</a:t>
            </a:r>
          </a:p>
          <a:p>
            <a:pPr>
              <a:spcAft>
                <a:spcPts val="800"/>
              </a:spcAft>
              <a:defRPr sz="1700"/>
            </a:pPr>
            <a:r>
              <a:t>Advanced recommendation/fraud ML not included by default.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12.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Carrier APIs, richer GST invoicing, mobile clients, multilingual UI, loyalty points, subscriptions, vector/semantic search.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PartnerCart demonstrates a complete mini-marketplace lifecycle with realistic roles, payments integration, and extensible persistence.</a:t>
            </a:r>
          </a:p>
          <a:p>
            <a:pPr>
              <a:spcAft>
                <a:spcPts val="800"/>
              </a:spcAft>
              <a:defRPr sz="1700"/>
            </a:pPr>
            <a:r>
              <a:t>The stack mirrors industry practice—react SPA + Node API + document DB—and is suitable as a Capstone FY project artefact.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F4E79"/>
                </a:solidFill>
              </a:rPr>
              <a:t>14.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Official docs: react.dev · vitejs.dev · expressjs.com · mongoosejs.com · mongodb.com/docs · razorpay.com/docs</a:t>
            </a:r>
          </a:p>
          <a:p>
            <a:pPr>
              <a:spcAft>
                <a:spcPts val="800"/>
              </a:spcAft>
              <a:defRPr sz="1700"/>
            </a:pPr>
            <a:r>
              <a:t>Standards/best practices: OWASP Cheat Sheets (JWT/CORS/auth), Razorpay server integration guides.</a:t>
            </a:r>
          </a:p>
          <a:p>
            <a:pPr>
              <a:spcAft>
                <a:spcPts val="800"/>
              </a:spcAft>
              <a:defRPr sz="1700"/>
            </a:pPr>
            <a:r>
              <a:t>Tutorial &amp; learning resources as cited by your institute /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